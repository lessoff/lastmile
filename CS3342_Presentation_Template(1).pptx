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9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3" d="100"/>
          <a:sy n="153" d="100"/>
        </p:scale>
        <p:origin x="202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D9550-37F7-4979-B363-5B55702907F4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0C54-504F-4772-B702-4C95122D3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2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D9550-37F7-4979-B363-5B55702907F4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0C54-504F-4772-B702-4C95122D3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85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D9550-37F7-4979-B363-5B55702907F4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0C54-504F-4772-B702-4C95122D3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84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D9550-37F7-4979-B363-5B55702907F4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0C54-504F-4772-B702-4C95122D3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26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D9550-37F7-4979-B363-5B55702907F4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0C54-504F-4772-B702-4C95122D3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5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D9550-37F7-4979-B363-5B55702907F4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0C54-504F-4772-B702-4C95122D3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4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D9550-37F7-4979-B363-5B55702907F4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0C54-504F-4772-B702-4C95122D3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80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D9550-37F7-4979-B363-5B55702907F4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0C54-504F-4772-B702-4C95122D3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2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D9550-37F7-4979-B363-5B55702907F4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0C54-504F-4772-B702-4C95122D3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56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D9550-37F7-4979-B363-5B55702907F4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0C54-504F-4772-B702-4C95122D3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5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D9550-37F7-4979-B363-5B55702907F4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0C54-504F-4772-B702-4C95122D3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04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D9550-37F7-4979-B363-5B55702907F4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20C54-504F-4772-B702-4C95122D3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Title/Name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#1</a:t>
            </a:r>
          </a:p>
        </p:txBody>
      </p:sp>
    </p:spTree>
    <p:extLst>
      <p:ext uri="{BB962C8B-B14F-4D97-AF65-F5344CB8AC3E}">
        <p14:creationId xmlns:p14="http://schemas.microsoft.com/office/powerpoint/2010/main" val="3289798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 Tai Man 12341234 – Project Manager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34392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Description of your project</a:t>
            </a:r>
          </a:p>
          <a:p>
            <a:pPr lvl="1"/>
            <a:r>
              <a:rPr lang="en-US" dirty="0"/>
              <a:t>What does it do?</a:t>
            </a:r>
          </a:p>
          <a:p>
            <a:pPr lvl="1"/>
            <a:r>
              <a:rPr lang="en-US" dirty="0"/>
              <a:t>Who are the users?</a:t>
            </a:r>
          </a:p>
          <a:p>
            <a:pPr lvl="1"/>
            <a:r>
              <a:rPr lang="en-US" dirty="0"/>
              <a:t>Why we need this project?</a:t>
            </a:r>
          </a:p>
          <a:p>
            <a:r>
              <a:rPr lang="en-US" dirty="0"/>
              <a:t>Backgrounds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857008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“main” objective of this project?</a:t>
            </a:r>
          </a:p>
          <a:p>
            <a:r>
              <a:rPr lang="en-US" dirty="0"/>
              <a:t>You may show the potential services, functionalities or actions of the system</a:t>
            </a:r>
          </a:p>
        </p:txBody>
      </p:sp>
    </p:spTree>
    <p:extLst>
      <p:ext uri="{BB962C8B-B14F-4D97-AF65-F5344CB8AC3E}">
        <p14:creationId xmlns:p14="http://schemas.microsoft.com/office/powerpoint/2010/main" val="325133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and Show the important use case diagrams in the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57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Prototype, Designs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how it works by storyboard, prototypes, diagrams or any visual tools you like</a:t>
            </a:r>
          </a:p>
          <a:p>
            <a:r>
              <a:rPr lang="en-US" dirty="0"/>
              <a:t>Mock up screens, usage sequence etc..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898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some representative sequence diagrams</a:t>
            </a:r>
          </a:p>
        </p:txBody>
      </p:sp>
    </p:spTree>
    <p:extLst>
      <p:ext uri="{BB962C8B-B14F-4D97-AF65-F5344CB8AC3E}">
        <p14:creationId xmlns:p14="http://schemas.microsoft.com/office/powerpoint/2010/main" val="2908643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 Designs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your designs using class diagrams</a:t>
            </a:r>
          </a:p>
        </p:txBody>
      </p:sp>
    </p:spTree>
    <p:extLst>
      <p:ext uri="{BB962C8B-B14F-4D97-AF65-F5344CB8AC3E}">
        <p14:creationId xmlns:p14="http://schemas.microsoft.com/office/powerpoint/2010/main" val="2357362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206F-A67E-FC29-5C2B-ACD68B7D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T</a:t>
            </a:r>
            <a:r>
              <a:rPr lang="en-US" altLang="zh-CN" dirty="0"/>
              <a:t>est Case Strategy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88519-BCF5-D7FB-0BB8-6735FBE6E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Show test cases you designed.</a:t>
            </a:r>
          </a:p>
          <a:p>
            <a:r>
              <a:rPr lang="en-US" dirty="0"/>
              <a:t>Which specific features of the functions are under test.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871652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Talk about your Team work, roles of team members</a:t>
            </a:r>
          </a:p>
          <a:p>
            <a:r>
              <a:rPr lang="en-US" dirty="0"/>
              <a:t>Challenges?</a:t>
            </a:r>
          </a:p>
          <a:p>
            <a:r>
              <a:rPr lang="en-US" dirty="0"/>
              <a:t>Conflicts, issues, problems? </a:t>
            </a:r>
          </a:p>
          <a:p>
            <a:r>
              <a:rPr lang="en-US" dirty="0"/>
              <a:t>How did you address them, if any?</a:t>
            </a:r>
          </a:p>
        </p:txBody>
      </p:sp>
    </p:spTree>
    <p:extLst>
      <p:ext uri="{BB962C8B-B14F-4D97-AF65-F5344CB8AC3E}">
        <p14:creationId xmlns:p14="http://schemas.microsoft.com/office/powerpoint/2010/main" val="2315115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D3200-6052-4A2A-6984-3A3AA117A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Lifecycle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2E9A3-9095-E4BB-C1A9-C002D9890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CI/CD</a:t>
            </a:r>
          </a:p>
          <a:p>
            <a:r>
              <a:rPr lang="en-US" dirty="0"/>
              <a:t>Show your [weekly timesheet]! </a:t>
            </a:r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55723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Overall summary of the project.</a:t>
            </a:r>
          </a:p>
          <a:p>
            <a:r>
              <a:rPr lang="en-US"/>
              <a:t>Acknowledgement of AI-Generated Content (where applicable)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029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201</Words>
  <Application>Microsoft Office PowerPoint</Application>
  <PresentationFormat>On-screen Show (4:3)</PresentationFormat>
  <Paragraphs>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Project Title/Name</vt:lpstr>
      <vt:lpstr>Group members</vt:lpstr>
      <vt:lpstr>Introduction</vt:lpstr>
      <vt:lpstr>Project Objective</vt:lpstr>
      <vt:lpstr>Use Case Modeling</vt:lpstr>
      <vt:lpstr>System Prototype, Designs</vt:lpstr>
      <vt:lpstr>Sequence Diagrams</vt:lpstr>
      <vt:lpstr>Class Diagram Designs</vt:lpstr>
      <vt:lpstr>Test Case Strategy</vt:lpstr>
      <vt:lpstr>Team Work</vt:lpstr>
      <vt:lpstr>Lifecycle Management</vt:lpstr>
      <vt:lpstr>Conclusion</vt:lpstr>
    </vt:vector>
  </TitlesOfParts>
  <Company>City University of Hong Kong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</dc:title>
  <dc:creator>cs</dc:creator>
  <cp:lastModifiedBy>LIU Shuo</cp:lastModifiedBy>
  <cp:revision>7</cp:revision>
  <dcterms:created xsi:type="dcterms:W3CDTF">2013-11-14T01:29:39Z</dcterms:created>
  <dcterms:modified xsi:type="dcterms:W3CDTF">2026-04-02T09:46:25Z</dcterms:modified>
</cp:coreProperties>
</file>