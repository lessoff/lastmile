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4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90" r:id="rId9"/>
    <p:sldId id="264" r:id="rId10"/>
    <p:sldId id="265" r:id="rId11"/>
    <p:sldId id="266" r:id="rId12"/>
    <p:sldId id="267" r:id="rId13"/>
    <p:sldId id="268" r:id="rId14"/>
    <p:sldId id="291" r:id="rId15"/>
    <p:sldId id="294" r:id="rId16"/>
    <p:sldId id="292" r:id="rId17"/>
    <p:sldId id="296" r:id="rId18"/>
    <p:sldId id="293" r:id="rId19"/>
    <p:sldId id="269" r:id="rId20"/>
    <p:sldId id="270" r:id="rId21"/>
    <p:sldId id="271" r:id="rId22"/>
    <p:sldId id="272" r:id="rId23"/>
    <p:sldId id="273" r:id="rId24"/>
    <p:sldId id="274" r:id="rId25"/>
    <p:sldId id="295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</p:sldIdLst>
  <p:sldSz cx="9144000" cy="5143500" type="screen16x9"/>
  <p:notesSz cx="6858000" cy="9144000"/>
  <p:defaultTextStyle>
    <a:defPPr marR="0" algn="l" rtl="0">
      <a:lnSpc>
        <a:spcPct val="100000"/>
      </a:lnSpc>
      <a:spcBef>
        <a:spcPts val="0"/>
      </a:spcBef>
      <a:spcAft>
        <a:spcPts val="0"/>
      </a:spcAft>
    </a:defPPr>
    <a:lvl1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1pPr>
    <a:lvl2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2pPr>
    <a:lvl3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3pPr>
    <a:lvl4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4pPr>
    <a:lvl5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5pPr>
    <a:lvl6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6pPr>
    <a:lvl7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7pPr>
    <a:lvl8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8pPr>
    <a:lvl9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8" d="100"/>
          <a:sy n="118" d="100"/>
        </p:scale>
        <p:origin x="44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" name="Shape 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>
              <a:spcBef>
                <a:spcPts val="0"/>
              </a:spcBef>
              <a:defRPr sz="1100"/>
            </a:lvl1pPr>
            <a:lvl2pPr>
              <a:spcBef>
                <a:spcPts val="0"/>
              </a:spcBef>
              <a:defRPr sz="1100"/>
            </a:lvl2pPr>
            <a:lvl3pPr>
              <a:spcBef>
                <a:spcPts val="0"/>
              </a:spcBef>
              <a:defRPr sz="1100"/>
            </a:lvl3pPr>
            <a:lvl4pPr>
              <a:spcBef>
                <a:spcPts val="0"/>
              </a:spcBef>
              <a:defRPr sz="1100"/>
            </a:lvl4pPr>
            <a:lvl5pPr>
              <a:spcBef>
                <a:spcPts val="0"/>
              </a:spcBef>
              <a:defRPr sz="1100"/>
            </a:lvl5pPr>
            <a:lvl6pPr>
              <a:spcBef>
                <a:spcPts val="0"/>
              </a:spcBef>
              <a:defRPr sz="1100"/>
            </a:lvl6pPr>
            <a:lvl7pPr>
              <a:spcBef>
                <a:spcPts val="0"/>
              </a:spcBef>
              <a:defRPr sz="1100"/>
            </a:lvl7pPr>
            <a:lvl8pPr>
              <a:spcBef>
                <a:spcPts val="0"/>
              </a:spcBef>
              <a:defRPr sz="1100"/>
            </a:lvl8pPr>
            <a:lvl9pPr>
              <a:spcBef>
                <a:spcPts val="0"/>
              </a:spcBef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95595289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4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4" name="Shape 4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154937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0" name="Shape 5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948719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84598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6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4" name="Shape 6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55665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70" name="Shape 7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94379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7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75" name="Shape 7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894007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8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2" name="Shape 8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885465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9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5" name="Shape 9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053565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9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5" name="Shape 9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279654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3" name="Shape 10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94773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10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0" name="Shape 11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85986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hape 11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5" name="Shape 11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107371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12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2" name="Shape 12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665634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12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2" name="Shape 12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242427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12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2" name="Shape 12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112773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12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2" name="Shape 12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40427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12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2" name="Shape 12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030636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12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2" name="Shape 12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56989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8" name="Shape 1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6071868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13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4" name="Shape 13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557926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hape 13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40" name="Shape 14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2498296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Shape 14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47" name="Shape 14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9719347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hape 1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54" name="Shape 1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5327710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hape 16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61" name="Shape 16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2464920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Shape 16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67" name="Shape 16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3238454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hape 17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75" name="Shape 17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0884963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Shape 18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83" name="Shape 18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1539752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19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91" name="Shape 19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269873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Shape 1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00" name="Shape 2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208709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Shape 20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06" name="Shape 20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3597866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Shape 21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12" name="Shape 21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46276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Shape 2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18" name="Shape 2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3603919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Shape 22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24" name="Shape 22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044933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Shape 22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30" name="Shape 23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030721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Shape 23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36" name="Shape 23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6947395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Shape 24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42" name="Shape 24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7697322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Shape 24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48" name="Shape 24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781612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Shape 25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55" name="Shape 25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38862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9"/>
          <p:cNvSpPr/>
          <p:nvPr/>
        </p:nvSpPr>
        <p:spPr>
          <a:xfrm>
            <a:off x="0" y="0"/>
            <a:ext cx="9144000" cy="35183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cxnSp>
        <p:nvCxnSpPr>
          <p:cNvPr id="10" name="Shape 10"/>
          <p:cNvCxnSpPr/>
          <p:nvPr/>
        </p:nvCxnSpPr>
        <p:spPr>
          <a:xfrm>
            <a:off x="0" y="3496604"/>
            <a:ext cx="9144000" cy="0"/>
          </a:xfrm>
          <a:prstGeom prst="straightConnector1">
            <a:avLst/>
          </a:prstGeom>
          <a:noFill/>
          <a:ln w="57150" cap="flat">
            <a:solidFill>
              <a:srgbClr val="000000">
                <a:alpha val="14901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685800" y="1867781"/>
            <a:ext cx="7772400" cy="16488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>
              <a:spcBef>
                <a:spcPts val="0"/>
              </a:spcBef>
              <a:buSzPct val="100000"/>
              <a:defRPr sz="7200"/>
            </a:lvl1pPr>
            <a:lvl2pPr>
              <a:spcBef>
                <a:spcPts val="0"/>
              </a:spcBef>
              <a:buSzPct val="100000"/>
              <a:defRPr sz="7200"/>
            </a:lvl2pPr>
            <a:lvl3pPr>
              <a:spcBef>
                <a:spcPts val="0"/>
              </a:spcBef>
              <a:buSzPct val="100000"/>
              <a:defRPr sz="7200"/>
            </a:lvl3pPr>
            <a:lvl4pPr>
              <a:spcBef>
                <a:spcPts val="0"/>
              </a:spcBef>
              <a:buSzPct val="100000"/>
              <a:defRPr sz="7200"/>
            </a:lvl4pPr>
            <a:lvl5pPr>
              <a:spcBef>
                <a:spcPts val="0"/>
              </a:spcBef>
              <a:buSzPct val="100000"/>
              <a:defRPr sz="7200"/>
            </a:lvl5pPr>
            <a:lvl6pPr>
              <a:spcBef>
                <a:spcPts val="0"/>
              </a:spcBef>
              <a:buSzPct val="100000"/>
              <a:defRPr sz="7200"/>
            </a:lvl6pPr>
            <a:lvl7pPr>
              <a:spcBef>
                <a:spcPts val="0"/>
              </a:spcBef>
              <a:buSzPct val="100000"/>
              <a:defRPr sz="7200"/>
            </a:lvl7pPr>
            <a:lvl8pPr>
              <a:spcBef>
                <a:spcPts val="0"/>
              </a:spcBef>
              <a:buSzPct val="100000"/>
              <a:defRPr sz="7200"/>
            </a:lvl8pPr>
            <a:lvl9pPr>
              <a:spcBef>
                <a:spcPts val="0"/>
              </a:spcBef>
              <a:buSzPct val="100000"/>
              <a:defRPr sz="7200"/>
            </a:lvl9pPr>
          </a:lstStyle>
          <a:p>
            <a:endParaRPr/>
          </a:p>
        </p:txBody>
      </p:sp>
      <p:sp>
        <p:nvSpPr>
          <p:cNvPr id="12" name="Shape 12"/>
          <p:cNvSpPr txBox="1">
            <a:spLocks noGrp="1"/>
          </p:cNvSpPr>
          <p:nvPr>
            <p:ph type="subTitle" idx="1"/>
          </p:nvPr>
        </p:nvSpPr>
        <p:spPr>
          <a:xfrm>
            <a:off x="685800" y="3627026"/>
            <a:ext cx="7772400" cy="7743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spcBef>
                <a:spcPts val="0"/>
              </a:spcBef>
              <a:buClr>
                <a:schemeClr val="dk2"/>
              </a:buClr>
              <a:buNone/>
              <a:defRPr>
                <a:solidFill>
                  <a:schemeClr val="dk2"/>
                </a:solidFill>
              </a:defRPr>
            </a:lvl1pPr>
            <a:lvl2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2pPr>
            <a:lvl3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3pPr>
            <a:lvl4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4pPr>
            <a:lvl5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5pPr>
            <a:lvl6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6pPr>
            <a:lvl7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7pPr>
            <a:lvl8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8pPr>
            <a:lvl9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3" name="Shape 13"/>
          <p:cNvSpPr txBox="1">
            <a:spLocks noGrp="1"/>
          </p:cNvSpPr>
          <p:nvPr>
            <p:ph type="sldNum" idx="12"/>
          </p:nvPr>
        </p:nvSpPr>
        <p:spPr>
          <a:xfrm>
            <a:off x="8556791" y="4749850"/>
            <a:ext cx="548699" cy="393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>
              <a:spcBef>
                <a:spcPts val="0"/>
              </a:spcBef>
              <a:buNone/>
              <a:defRPr/>
            </a:lvl1pPr>
          </a:lstStyle>
          <a:p>
            <a:pPr>
              <a:spcBef>
                <a:spcPts val="0"/>
              </a:spcBef>
              <a:buNone/>
            </a:pPr>
            <a:fld id="{00000000-1234-1234-1234-123412341234}" type="slidenum">
              <a:rPr lang="ko"/>
              <a:t>‹#›</a:t>
            </a:fld>
            <a:endParaRPr lang="ko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15"/>
          <p:cNvSpPr/>
          <p:nvPr/>
        </p:nvSpPr>
        <p:spPr>
          <a:xfrm>
            <a:off x="0" y="0"/>
            <a:ext cx="9144000" cy="1149900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cxnSp>
        <p:nvCxnSpPr>
          <p:cNvPr id="16" name="Shape 16"/>
          <p:cNvCxnSpPr/>
          <p:nvPr/>
        </p:nvCxnSpPr>
        <p:spPr>
          <a:xfrm>
            <a:off x="0" y="1127875"/>
            <a:ext cx="9144000" cy="0"/>
          </a:xfrm>
          <a:prstGeom prst="straightConnector1">
            <a:avLst/>
          </a:prstGeom>
          <a:noFill/>
          <a:ln w="57150" cap="flat">
            <a:solidFill>
              <a:srgbClr val="000000">
                <a:alpha val="14901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Shape 17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8" name="Shape 18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6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9" name="Shape 19"/>
          <p:cNvSpPr txBox="1">
            <a:spLocks noGrp="1"/>
          </p:cNvSpPr>
          <p:nvPr>
            <p:ph type="sldNum" idx="12"/>
          </p:nvPr>
        </p:nvSpPr>
        <p:spPr>
          <a:xfrm>
            <a:off x="8556791" y="4749850"/>
            <a:ext cx="548699" cy="393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>
              <a:spcBef>
                <a:spcPts val="0"/>
              </a:spcBef>
              <a:buNone/>
              <a:defRPr/>
            </a:lvl1pPr>
          </a:lstStyle>
          <a:p>
            <a:pPr>
              <a:spcBef>
                <a:spcPts val="0"/>
              </a:spcBef>
              <a:buNone/>
            </a:pPr>
            <a:fld id="{00000000-1234-1234-1234-123412341234}" type="slidenum">
              <a:rPr lang="ko"/>
              <a:t>‹#›</a:t>
            </a:fld>
            <a:endParaRPr lang="k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/>
          <p:nvPr/>
        </p:nvSpPr>
        <p:spPr>
          <a:xfrm>
            <a:off x="0" y="0"/>
            <a:ext cx="9144000" cy="1149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cxnSp>
        <p:nvCxnSpPr>
          <p:cNvPr id="22" name="Shape 22"/>
          <p:cNvCxnSpPr/>
          <p:nvPr/>
        </p:nvCxnSpPr>
        <p:spPr>
          <a:xfrm>
            <a:off x="0" y="1127875"/>
            <a:ext cx="9144000" cy="0"/>
          </a:xfrm>
          <a:prstGeom prst="straightConnector1">
            <a:avLst/>
          </a:prstGeom>
          <a:noFill/>
          <a:ln w="57150" cap="flat">
            <a:solidFill>
              <a:srgbClr val="000000">
                <a:alpha val="14901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4" name="Shape 24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3994500" cy="37256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5" name="Shape 25"/>
          <p:cNvSpPr txBox="1">
            <a:spLocks noGrp="1"/>
          </p:cNvSpPr>
          <p:nvPr>
            <p:ph type="body" idx="2"/>
          </p:nvPr>
        </p:nvSpPr>
        <p:spPr>
          <a:xfrm>
            <a:off x="4692273" y="1200150"/>
            <a:ext cx="3994500" cy="37256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sldNum" idx="12"/>
          </p:nvPr>
        </p:nvSpPr>
        <p:spPr>
          <a:xfrm>
            <a:off x="8556791" y="4749850"/>
            <a:ext cx="548699" cy="393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>
              <a:spcBef>
                <a:spcPts val="0"/>
              </a:spcBef>
              <a:buNone/>
              <a:defRPr/>
            </a:lvl1pPr>
          </a:lstStyle>
          <a:p>
            <a:pPr>
              <a:spcBef>
                <a:spcPts val="0"/>
              </a:spcBef>
              <a:buNone/>
            </a:pPr>
            <a:fld id="{00000000-1234-1234-1234-123412341234}" type="slidenum">
              <a:rPr lang="ko"/>
              <a:t>‹#›</a:t>
            </a:fld>
            <a:endParaRPr lang="k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28"/>
          <p:cNvSpPr/>
          <p:nvPr/>
        </p:nvSpPr>
        <p:spPr>
          <a:xfrm>
            <a:off x="0" y="0"/>
            <a:ext cx="9144000" cy="1149900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cxnSp>
        <p:nvCxnSpPr>
          <p:cNvPr id="29" name="Shape 29"/>
          <p:cNvCxnSpPr/>
          <p:nvPr/>
        </p:nvCxnSpPr>
        <p:spPr>
          <a:xfrm>
            <a:off x="0" y="1127875"/>
            <a:ext cx="9144000" cy="0"/>
          </a:xfrm>
          <a:prstGeom prst="straightConnector1">
            <a:avLst/>
          </a:prstGeom>
          <a:noFill/>
          <a:ln w="57150" cap="flat">
            <a:solidFill>
              <a:srgbClr val="000000">
                <a:alpha val="14901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" name="Shape 30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1" name="Shape 31"/>
          <p:cNvSpPr txBox="1">
            <a:spLocks noGrp="1"/>
          </p:cNvSpPr>
          <p:nvPr>
            <p:ph type="sldNum" idx="12"/>
          </p:nvPr>
        </p:nvSpPr>
        <p:spPr>
          <a:xfrm>
            <a:off x="8556791" y="4749850"/>
            <a:ext cx="548699" cy="393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>
              <a:spcBef>
                <a:spcPts val="0"/>
              </a:spcBef>
              <a:buNone/>
              <a:defRPr/>
            </a:lvl1pPr>
          </a:lstStyle>
          <a:p>
            <a:pPr>
              <a:spcBef>
                <a:spcPts val="0"/>
              </a:spcBef>
              <a:buNone/>
            </a:pPr>
            <a:fld id="{00000000-1234-1234-1234-123412341234}" type="slidenum">
              <a:rPr lang="ko"/>
              <a:t>‹#›</a:t>
            </a:fld>
            <a:endParaRPr lang="k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ption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>
            <a:spLocks noGrp="1"/>
          </p:cNvSpPr>
          <p:nvPr>
            <p:ph type="body" idx="1"/>
          </p:nvPr>
        </p:nvSpPr>
        <p:spPr>
          <a:xfrm>
            <a:off x="457200" y="4406309"/>
            <a:ext cx="8229600" cy="5195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spcBef>
                <a:spcPts val="0"/>
              </a:spcBef>
              <a:buClr>
                <a:schemeClr val="dk2"/>
              </a:buClr>
              <a:buSzPct val="100000"/>
              <a:buNone/>
              <a:defRPr sz="1800">
                <a:solidFill>
                  <a:schemeClr val="dk2"/>
                </a:solidFill>
              </a:defRPr>
            </a:lvl1pPr>
          </a:lstStyle>
          <a:p>
            <a:endParaRPr/>
          </a:p>
        </p:txBody>
      </p:sp>
      <p:sp>
        <p:nvSpPr>
          <p:cNvPr id="34" name="Shape 34"/>
          <p:cNvSpPr/>
          <p:nvPr/>
        </p:nvSpPr>
        <p:spPr>
          <a:xfrm>
            <a:off x="4274" y="0"/>
            <a:ext cx="9144000" cy="4406399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cxnSp>
        <p:nvCxnSpPr>
          <p:cNvPr id="35" name="Shape 35"/>
          <p:cNvCxnSpPr/>
          <p:nvPr/>
        </p:nvCxnSpPr>
        <p:spPr>
          <a:xfrm>
            <a:off x="0" y="4384371"/>
            <a:ext cx="9144000" cy="0"/>
          </a:xfrm>
          <a:prstGeom prst="straightConnector1">
            <a:avLst/>
          </a:prstGeom>
          <a:noFill/>
          <a:ln w="57150" cap="flat">
            <a:solidFill>
              <a:srgbClr val="000000">
                <a:alpha val="14901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6" name="Shape 36"/>
          <p:cNvSpPr txBox="1">
            <a:spLocks noGrp="1"/>
          </p:cNvSpPr>
          <p:nvPr>
            <p:ph type="sldNum" idx="12"/>
          </p:nvPr>
        </p:nvSpPr>
        <p:spPr>
          <a:xfrm>
            <a:off x="8556791" y="4749850"/>
            <a:ext cx="548699" cy="393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>
              <a:spcBef>
                <a:spcPts val="0"/>
              </a:spcBef>
              <a:buNone/>
              <a:defRPr/>
            </a:lvl1pPr>
          </a:lstStyle>
          <a:p>
            <a:pPr>
              <a:spcBef>
                <a:spcPts val="0"/>
              </a:spcBef>
              <a:buNone/>
            </a:pPr>
            <a:fld id="{00000000-1234-1234-1234-123412341234}" type="slidenum">
              <a:rPr lang="ko"/>
              <a:t>‹#›</a:t>
            </a:fld>
            <a:endParaRPr lang="k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bg>
      <p:bgPr>
        <a:solidFill>
          <a:schemeClr val="dk2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 txBox="1">
            <a:spLocks noGrp="1"/>
          </p:cNvSpPr>
          <p:nvPr>
            <p:ph type="sldNum" idx="12"/>
          </p:nvPr>
        </p:nvSpPr>
        <p:spPr>
          <a:xfrm>
            <a:off x="8556791" y="4749850"/>
            <a:ext cx="548699" cy="393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>
              <a:spcBef>
                <a:spcPts val="0"/>
              </a:spcBef>
              <a:buNone/>
              <a:defRPr>
                <a:solidFill>
                  <a:schemeClr val="lt1"/>
                </a:solidFill>
              </a:defRPr>
            </a:lvl1pPr>
          </a:lstStyle>
          <a:p>
            <a:pPr>
              <a:spcBef>
                <a:spcPts val="0"/>
              </a:spcBef>
              <a:buNone/>
            </a:pPr>
            <a:fld id="{00000000-1234-1234-1234-123412341234}" type="slidenum">
              <a:rPr lang="ko"/>
              <a:t>‹#›</a:t>
            </a:fld>
            <a:endParaRPr lang="ko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5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>
              <a:spcBef>
                <a:spcPts val="0"/>
              </a:spcBef>
              <a:buClr>
                <a:schemeClr val="lt1"/>
              </a:buClr>
              <a:buSzPct val="100000"/>
              <a:buNone/>
              <a:defRPr sz="3600" b="1">
                <a:solidFill>
                  <a:schemeClr val="lt1"/>
                </a:solidFill>
              </a:defRPr>
            </a:lvl1pPr>
            <a:lvl2pPr>
              <a:spcBef>
                <a:spcPts val="0"/>
              </a:spcBef>
              <a:buClr>
                <a:schemeClr val="lt1"/>
              </a:buClr>
              <a:buSzPct val="100000"/>
              <a:buNone/>
              <a:defRPr sz="3600" b="1">
                <a:solidFill>
                  <a:schemeClr val="lt1"/>
                </a:solidFill>
              </a:defRPr>
            </a:lvl2pPr>
            <a:lvl3pPr>
              <a:spcBef>
                <a:spcPts val="0"/>
              </a:spcBef>
              <a:buClr>
                <a:schemeClr val="lt1"/>
              </a:buClr>
              <a:buSzPct val="100000"/>
              <a:buNone/>
              <a:defRPr sz="3600" b="1">
                <a:solidFill>
                  <a:schemeClr val="lt1"/>
                </a:solidFill>
              </a:defRPr>
            </a:lvl3pPr>
            <a:lvl4pPr>
              <a:spcBef>
                <a:spcPts val="0"/>
              </a:spcBef>
              <a:buClr>
                <a:schemeClr val="lt1"/>
              </a:buClr>
              <a:buSzPct val="100000"/>
              <a:buNone/>
              <a:defRPr sz="3600" b="1">
                <a:solidFill>
                  <a:schemeClr val="lt1"/>
                </a:solidFill>
              </a:defRPr>
            </a:lvl4pPr>
            <a:lvl5pPr>
              <a:spcBef>
                <a:spcPts val="0"/>
              </a:spcBef>
              <a:buClr>
                <a:schemeClr val="lt1"/>
              </a:buClr>
              <a:buSzPct val="100000"/>
              <a:buNone/>
              <a:defRPr sz="3600" b="1">
                <a:solidFill>
                  <a:schemeClr val="lt1"/>
                </a:solidFill>
              </a:defRPr>
            </a:lvl5pPr>
            <a:lvl6pPr>
              <a:spcBef>
                <a:spcPts val="0"/>
              </a:spcBef>
              <a:buClr>
                <a:schemeClr val="lt1"/>
              </a:buClr>
              <a:buSzPct val="100000"/>
              <a:buNone/>
              <a:defRPr sz="3600" b="1">
                <a:solidFill>
                  <a:schemeClr val="lt1"/>
                </a:solidFill>
              </a:defRPr>
            </a:lvl6pPr>
            <a:lvl7pPr>
              <a:spcBef>
                <a:spcPts val="0"/>
              </a:spcBef>
              <a:buClr>
                <a:schemeClr val="lt1"/>
              </a:buClr>
              <a:buSzPct val="100000"/>
              <a:buNone/>
              <a:defRPr sz="3600" b="1">
                <a:solidFill>
                  <a:schemeClr val="lt1"/>
                </a:solidFill>
              </a:defRPr>
            </a:lvl7pPr>
            <a:lvl8pPr>
              <a:spcBef>
                <a:spcPts val="0"/>
              </a:spcBef>
              <a:buClr>
                <a:schemeClr val="lt1"/>
              </a:buClr>
              <a:buSzPct val="100000"/>
              <a:buNone/>
              <a:defRPr sz="3600" b="1">
                <a:solidFill>
                  <a:schemeClr val="lt1"/>
                </a:solidFill>
              </a:defRPr>
            </a:lvl8pPr>
            <a:lvl9pPr>
              <a:spcBef>
                <a:spcPts val="0"/>
              </a:spcBef>
              <a:buClr>
                <a:schemeClr val="lt1"/>
              </a:buClr>
              <a:buSzPct val="100000"/>
              <a:buNone/>
              <a:defRPr sz="36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>
              <a:spcBef>
                <a:spcPts val="600"/>
              </a:spcBef>
              <a:buClr>
                <a:schemeClr val="dk1"/>
              </a:buClr>
              <a:buSzPct val="100000"/>
              <a:defRPr sz="3000">
                <a:solidFill>
                  <a:schemeClr val="dk1"/>
                </a:solidFill>
              </a:defRPr>
            </a:lvl1pPr>
            <a:lvl2pPr>
              <a:spcBef>
                <a:spcPts val="480"/>
              </a:spcBef>
              <a:buClr>
                <a:schemeClr val="dk1"/>
              </a:buClr>
              <a:buSzPct val="100000"/>
              <a:defRPr sz="2400">
                <a:solidFill>
                  <a:schemeClr val="dk1"/>
                </a:solidFill>
              </a:defRPr>
            </a:lvl2pPr>
            <a:lvl3pPr>
              <a:spcBef>
                <a:spcPts val="480"/>
              </a:spcBef>
              <a:buClr>
                <a:schemeClr val="dk1"/>
              </a:buClr>
              <a:buSzPct val="100000"/>
              <a:defRPr sz="2400">
                <a:solidFill>
                  <a:schemeClr val="dk1"/>
                </a:solidFill>
              </a:defRPr>
            </a:lvl3pPr>
            <a:lvl4pPr>
              <a:spcBef>
                <a:spcPts val="360"/>
              </a:spcBef>
              <a:buClr>
                <a:schemeClr val="dk1"/>
              </a:buClr>
              <a:buSzPct val="100000"/>
              <a:defRPr sz="1800">
                <a:solidFill>
                  <a:schemeClr val="dk1"/>
                </a:solidFill>
              </a:defRPr>
            </a:lvl4pPr>
            <a:lvl5pPr>
              <a:spcBef>
                <a:spcPts val="360"/>
              </a:spcBef>
              <a:buClr>
                <a:schemeClr val="dk1"/>
              </a:buClr>
              <a:buSzPct val="100000"/>
              <a:defRPr sz="1800">
                <a:solidFill>
                  <a:schemeClr val="dk1"/>
                </a:solidFill>
              </a:defRPr>
            </a:lvl5pPr>
            <a:lvl6pPr>
              <a:spcBef>
                <a:spcPts val="360"/>
              </a:spcBef>
              <a:buClr>
                <a:schemeClr val="dk1"/>
              </a:buClr>
              <a:buSzPct val="100000"/>
              <a:defRPr sz="1800">
                <a:solidFill>
                  <a:schemeClr val="dk1"/>
                </a:solidFill>
              </a:defRPr>
            </a:lvl6pPr>
            <a:lvl7pPr>
              <a:spcBef>
                <a:spcPts val="360"/>
              </a:spcBef>
              <a:buClr>
                <a:schemeClr val="dk1"/>
              </a:buClr>
              <a:buSzPct val="100000"/>
              <a:defRPr sz="1800">
                <a:solidFill>
                  <a:schemeClr val="dk1"/>
                </a:solidFill>
              </a:defRPr>
            </a:lvl7pPr>
            <a:lvl8pPr>
              <a:spcBef>
                <a:spcPts val="360"/>
              </a:spcBef>
              <a:buClr>
                <a:schemeClr val="dk1"/>
              </a:buClr>
              <a:buSzPct val="100000"/>
              <a:defRPr sz="1800">
                <a:solidFill>
                  <a:schemeClr val="dk1"/>
                </a:solidFill>
              </a:defRPr>
            </a:lvl8pPr>
            <a:lvl9pPr>
              <a:spcBef>
                <a:spcPts val="360"/>
              </a:spcBef>
              <a:buClr>
                <a:schemeClr val="dk1"/>
              </a:buClr>
              <a:buSzPct val="100000"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sldNum" idx="12"/>
          </p:nvPr>
        </p:nvSpPr>
        <p:spPr>
          <a:xfrm>
            <a:off x="8556791" y="4749850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lvl1pPr algn="r">
              <a:spcBef>
                <a:spcPts val="0"/>
              </a:spcBef>
              <a:buNone/>
              <a:defRPr sz="1300">
                <a:solidFill>
                  <a:schemeClr val="dk2"/>
                </a:solidFill>
              </a:defRPr>
            </a:lvl1pPr>
          </a:lstStyle>
          <a:p>
            <a:pPr>
              <a:spcBef>
                <a:spcPts val="0"/>
              </a:spcBef>
              <a:buNone/>
            </a:pPr>
            <a:fld id="{00000000-1234-1234-1234-123412341234}" type="slidenum">
              <a:rPr lang="ko"/>
              <a:t>‹#›</a:t>
            </a:fld>
            <a:endParaRPr lang="ko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sldNum="0" hdr="0" ftr="0" dt="0"/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40"/>
          <p:cNvSpPr txBox="1">
            <a:spLocks noGrp="1"/>
          </p:cNvSpPr>
          <p:nvPr>
            <p:ph type="ctrTitle"/>
          </p:nvPr>
        </p:nvSpPr>
        <p:spPr>
          <a:xfrm>
            <a:off x="685800" y="1867781"/>
            <a:ext cx="7772400" cy="16488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rtl="0">
              <a:spcBef>
                <a:spcPts val="0"/>
              </a:spcBef>
              <a:buNone/>
            </a:pPr>
            <a:r>
              <a:rPr lang="ko" sz="3000" b="0"/>
              <a:t>CS3402 Software Design</a:t>
            </a:r>
          </a:p>
          <a:p>
            <a:pPr rtl="0">
              <a:spcBef>
                <a:spcPts val="0"/>
              </a:spcBef>
              <a:buNone/>
            </a:pPr>
            <a:r>
              <a:rPr lang="ko" sz="3000" b="0"/>
              <a:t>Group Project</a:t>
            </a:r>
          </a:p>
          <a:p>
            <a:pPr>
              <a:spcBef>
                <a:spcPts val="0"/>
              </a:spcBef>
              <a:buNone/>
            </a:pPr>
            <a:r>
              <a:rPr lang="ko" sz="3000" b="0"/>
              <a:t>Book Trading System</a:t>
            </a:r>
          </a:p>
        </p:txBody>
      </p:sp>
      <p:sp>
        <p:nvSpPr>
          <p:cNvPr id="41" name="Shape 41"/>
          <p:cNvSpPr txBox="1">
            <a:spLocks noGrp="1"/>
          </p:cNvSpPr>
          <p:nvPr>
            <p:ph type="subTitle" idx="1"/>
          </p:nvPr>
        </p:nvSpPr>
        <p:spPr>
          <a:xfrm>
            <a:off x="685800" y="3627026"/>
            <a:ext cx="7772400" cy="7743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ko"/>
              <a:t>Group 23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46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ko"/>
              <a:t>Members</a:t>
            </a:r>
          </a:p>
        </p:txBody>
      </p:sp>
      <p:sp>
        <p:nvSpPr>
          <p:cNvPr id="47" name="Shape 47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6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rtl="0">
              <a:spcBef>
                <a:spcPts val="0"/>
              </a:spcBef>
              <a:buNone/>
            </a:pPr>
            <a:r>
              <a:rPr lang="ko" sz="2400" dirty="0"/>
              <a:t>53423679 YAMANOUCHI Moana  - Project Manager </a:t>
            </a:r>
          </a:p>
          <a:p>
            <a:pPr rtl="0">
              <a:spcBef>
                <a:spcPts val="0"/>
              </a:spcBef>
              <a:buNone/>
            </a:pPr>
            <a:r>
              <a:rPr lang="ko" sz="2400" dirty="0"/>
              <a:t>53152722 JEONG Do Hyung - Assistant Project Manager</a:t>
            </a:r>
          </a:p>
          <a:p>
            <a:pPr rtl="0">
              <a:spcBef>
                <a:spcPts val="0"/>
              </a:spcBef>
              <a:buNone/>
            </a:pPr>
            <a:r>
              <a:rPr lang="ko" sz="2400" dirty="0"/>
              <a:t>53571049 LAI Yan Lok - Software Designer</a:t>
            </a:r>
          </a:p>
          <a:p>
            <a:pPr rtl="0">
              <a:spcBef>
                <a:spcPts val="0"/>
              </a:spcBef>
              <a:buNone/>
            </a:pPr>
            <a:r>
              <a:rPr lang="ko" sz="2400" dirty="0"/>
              <a:t>53812347 BARNHART Nicholas - Software Designer</a:t>
            </a:r>
          </a:p>
          <a:p>
            <a:pPr rtl="0">
              <a:spcBef>
                <a:spcPts val="0"/>
              </a:spcBef>
              <a:buNone/>
            </a:pPr>
            <a:r>
              <a:rPr lang="ko" sz="2400" dirty="0"/>
              <a:t>53568402 WONG Nok Ching - Software Designer</a:t>
            </a:r>
          </a:p>
          <a:p>
            <a:pPr>
              <a:spcBef>
                <a:spcPts val="0"/>
              </a:spcBef>
              <a:buNone/>
            </a:pPr>
            <a:r>
              <a:rPr lang="ko" sz="2400" dirty="0"/>
              <a:t>53083503 YEUNG Zhi-I - Software Designer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52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6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algn="l" rtl="0">
              <a:lnSpc>
                <a:spcPct val="150000"/>
              </a:lnSpc>
              <a:spcBef>
                <a:spcPts val="0"/>
              </a:spcBef>
              <a:buNone/>
            </a:pPr>
            <a:r>
              <a:rPr lang="ko" sz="2400"/>
              <a:t>What do we do with...</a:t>
            </a:r>
          </a:p>
          <a:p>
            <a:pPr lvl="0" algn="ctr" rtl="0">
              <a:lnSpc>
                <a:spcPct val="150000"/>
              </a:lnSpc>
              <a:spcBef>
                <a:spcPts val="0"/>
              </a:spcBef>
              <a:buNone/>
            </a:pPr>
            <a:r>
              <a:rPr lang="ko" sz="2400"/>
              <a:t>UNWANTED &amp; EXPENSIVE books???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buNone/>
            </a:pPr>
            <a:endParaRPr sz="2400"/>
          </a:p>
        </p:txBody>
      </p:sp>
      <p:pic>
        <p:nvPicPr>
          <p:cNvPr id="53" name="Shape 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1675" y="2441906"/>
            <a:ext cx="4892325" cy="2490319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Shape 54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ko"/>
              <a:t>Why do we need this project?</a:t>
            </a:r>
          </a:p>
        </p:txBody>
      </p:sp>
      <p:pic>
        <p:nvPicPr>
          <p:cNvPr id="55" name="Shape 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0475" y="2487350"/>
            <a:ext cx="3480224" cy="259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60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ko"/>
              <a:t>What is a Book Trading System?</a:t>
            </a:r>
          </a:p>
        </p:txBody>
      </p:sp>
      <p:sp>
        <p:nvSpPr>
          <p:cNvPr id="61" name="Shape 61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6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AutoNum type="arabicPeriod"/>
            </a:pPr>
            <a:r>
              <a:rPr lang="ko"/>
              <a:t>Register online</a:t>
            </a:r>
          </a:p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AutoNum type="arabicPeriod"/>
            </a:pPr>
            <a:r>
              <a:rPr lang="ko"/>
              <a:t>Recognition &amp; Verification</a:t>
            </a:r>
          </a:p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AutoNum type="arabicPeriod"/>
            </a:pPr>
            <a:r>
              <a:rPr lang="ko"/>
              <a:t>Get bookcoin accordingly</a:t>
            </a:r>
          </a:p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AutoNum type="arabicPeriod"/>
            </a:pPr>
            <a:r>
              <a:rPr lang="ko"/>
              <a:t>Use bookcoin to buy other books you are interested in</a:t>
            </a:r>
          </a:p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AutoNum type="arabicPeriod"/>
            </a:pPr>
            <a:r>
              <a:rPr lang="ko"/>
              <a:t>(optional) you can also purchase bookcoin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66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ko"/>
              <a:t>Objectives</a:t>
            </a:r>
          </a:p>
        </p:txBody>
      </p:sp>
      <p:sp>
        <p:nvSpPr>
          <p:cNvPr id="67" name="Shape 67"/>
          <p:cNvSpPr txBox="1"/>
          <p:nvPr/>
        </p:nvSpPr>
        <p:spPr>
          <a:xfrm>
            <a:off x="486650" y="1711700"/>
            <a:ext cx="8229600" cy="3071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457200" lvl="0" indent="-355600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ct val="100000"/>
              <a:buFont typeface="Calibri"/>
              <a:buAutoNum type="alphaLcPeriod"/>
            </a:pPr>
            <a:r>
              <a:rPr lang="ko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Developing a system in which users may sell and buy books within a moderated system and professional library.</a:t>
            </a:r>
          </a:p>
          <a:p>
            <a:pPr marL="457200" lvl="0" indent="-355600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ct val="100000"/>
              <a:buFont typeface="Calibri"/>
              <a:buAutoNum type="alphaLcPeriod"/>
            </a:pPr>
            <a:r>
              <a:rPr lang="ko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Creating class, sequence, and use-case diagrams to portray the functionality of our system.</a:t>
            </a:r>
          </a:p>
          <a:p>
            <a:pPr marL="457200" lvl="0" indent="-355600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ct val="100000"/>
              <a:buFont typeface="Calibri"/>
              <a:buAutoNum type="alphaLcPeriod"/>
            </a:pPr>
            <a:r>
              <a:rPr lang="ko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 explore the feasibility of a book recycling system, as well as approaching the risks and constraints in a professional manner</a:t>
            </a:r>
          </a:p>
          <a:p>
            <a:pPr marL="457200" lvl="0" indent="-355600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ct val="100000"/>
              <a:buFont typeface="Calibri"/>
              <a:buAutoNum type="alphaLcPeriod"/>
            </a:pPr>
            <a:r>
              <a:rPr lang="ko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give reason to the utilization of software design principles, patterns and strategies.</a:t>
            </a:r>
          </a:p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 txBox="1">
            <a:spLocks noGrp="1"/>
          </p:cNvSpPr>
          <p:nvPr>
            <p:ph type="ctrTitle"/>
          </p:nvPr>
        </p:nvSpPr>
        <p:spPr>
          <a:xfrm>
            <a:off x="685800" y="1867781"/>
            <a:ext cx="7772400" cy="16488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ko" sz="6000" b="0"/>
              <a:t>Use-Case Diagram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hape 77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78" name="Shape 78"/>
          <p:cNvSpPr/>
          <p:nvPr/>
        </p:nvSpPr>
        <p:spPr>
          <a:xfrm>
            <a:off x="-12950" y="-25900"/>
            <a:ext cx="9144000" cy="1282199"/>
          </a:xfrm>
          <a:prstGeom prst="rect">
            <a:avLst/>
          </a:prstGeom>
          <a:solidFill>
            <a:srgbClr val="FFFFFF"/>
          </a:solidFill>
          <a:ln w="19050" cap="flat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pic>
        <p:nvPicPr>
          <p:cNvPr id="79" name="Shape 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0723" y="5948"/>
            <a:ext cx="6332503" cy="50798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90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91" name="Shape 91"/>
          <p:cNvSpPr/>
          <p:nvPr/>
        </p:nvSpPr>
        <p:spPr>
          <a:xfrm>
            <a:off x="-12950" y="-25900"/>
            <a:ext cx="9144000" cy="1282199"/>
          </a:xfrm>
          <a:prstGeom prst="rect">
            <a:avLst/>
          </a:prstGeom>
          <a:solidFill>
            <a:srgbClr val="FFFFFF"/>
          </a:solidFill>
          <a:ln w="19050" cap="flat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pic>
        <p:nvPicPr>
          <p:cNvPr id="5" name="Shape 84"/>
          <p:cNvPicPr preferRelativeResize="0"/>
          <p:nvPr/>
        </p:nvPicPr>
        <p:blipFill rotWithShape="1">
          <a:blip r:embed="rId3">
            <a:alphaModFix/>
          </a:blip>
          <a:srcRect b="79640"/>
          <a:stretch/>
        </p:blipFill>
        <p:spPr>
          <a:xfrm>
            <a:off x="613954" y="2289519"/>
            <a:ext cx="7815535" cy="1792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Shape 85"/>
          <p:cNvPicPr preferRelativeResize="0"/>
          <p:nvPr/>
        </p:nvPicPr>
        <p:blipFill rotWithShape="1">
          <a:blip r:embed="rId3">
            <a:alphaModFix/>
          </a:blip>
          <a:srcRect l="406" t="17713" r="77406" b="49915"/>
          <a:stretch/>
        </p:blipFill>
        <p:spPr>
          <a:xfrm>
            <a:off x="522515" y="787820"/>
            <a:ext cx="1985554" cy="19290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11325959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90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91" name="Shape 91"/>
          <p:cNvSpPr/>
          <p:nvPr/>
        </p:nvSpPr>
        <p:spPr>
          <a:xfrm>
            <a:off x="-12950" y="-25900"/>
            <a:ext cx="9144000" cy="1282199"/>
          </a:xfrm>
          <a:prstGeom prst="rect">
            <a:avLst/>
          </a:prstGeom>
          <a:solidFill>
            <a:srgbClr val="FFFFFF"/>
          </a:solidFill>
          <a:ln w="19050" cap="flat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7970" y="819150"/>
            <a:ext cx="3528060" cy="3505200"/>
          </a:xfrm>
          <a:prstGeom prst="rect">
            <a:avLst/>
          </a:prstGeom>
        </p:spPr>
      </p:pic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98" name="Shape 98"/>
          <p:cNvSpPr/>
          <p:nvPr/>
        </p:nvSpPr>
        <p:spPr>
          <a:xfrm>
            <a:off x="-12950" y="-25900"/>
            <a:ext cx="9144000" cy="1282199"/>
          </a:xfrm>
          <a:prstGeom prst="rect">
            <a:avLst/>
          </a:prstGeom>
          <a:solidFill>
            <a:srgbClr val="FFFFFF"/>
          </a:solidFill>
          <a:ln w="19050" cap="flat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8723" y="92098"/>
            <a:ext cx="6507901" cy="5051402"/>
          </a:xfrm>
          <a:prstGeom prst="rect">
            <a:avLst/>
          </a:prstGeom>
        </p:spPr>
      </p:pic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105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106" name="Shape 106"/>
          <p:cNvSpPr/>
          <p:nvPr/>
        </p:nvSpPr>
        <p:spPr>
          <a:xfrm>
            <a:off x="-12950" y="-25900"/>
            <a:ext cx="9144000" cy="1282199"/>
          </a:xfrm>
          <a:prstGeom prst="rect">
            <a:avLst/>
          </a:prstGeom>
          <a:solidFill>
            <a:srgbClr val="FFFFFF"/>
          </a:solidFill>
          <a:ln w="19050" cap="flat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pic>
        <p:nvPicPr>
          <p:cNvPr id="107" name="Shape 1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0723" y="5948"/>
            <a:ext cx="6332503" cy="50798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112"/>
          <p:cNvSpPr txBox="1">
            <a:spLocks noGrp="1"/>
          </p:cNvSpPr>
          <p:nvPr>
            <p:ph type="ctrTitle"/>
          </p:nvPr>
        </p:nvSpPr>
        <p:spPr>
          <a:xfrm>
            <a:off x="432000" y="1118625"/>
            <a:ext cx="8279999" cy="16488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algn="ctr" rtl="0">
              <a:spcBef>
                <a:spcPts val="0"/>
              </a:spcBef>
              <a:buNone/>
            </a:pPr>
            <a:r>
              <a:rPr lang="ko" sz="6000" b="0"/>
              <a:t>Class Diagram &amp;</a:t>
            </a:r>
          </a:p>
          <a:p>
            <a:pPr algn="ctr">
              <a:spcBef>
                <a:spcPts val="0"/>
              </a:spcBef>
              <a:buNone/>
            </a:pPr>
            <a:r>
              <a:rPr lang="ko" sz="6000" b="0"/>
              <a:t>Sequence Diagrams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ko"/>
              <a:t>Class Diagram Overview</a:t>
            </a:r>
          </a:p>
        </p:txBody>
      </p:sp>
      <p:sp>
        <p:nvSpPr>
          <p:cNvPr id="118" name="Shape 118"/>
          <p:cNvSpPr/>
          <p:nvPr/>
        </p:nvSpPr>
        <p:spPr>
          <a:xfrm>
            <a:off x="0" y="0"/>
            <a:ext cx="9144000" cy="1243499"/>
          </a:xfrm>
          <a:prstGeom prst="rect">
            <a:avLst/>
          </a:prstGeom>
          <a:solidFill>
            <a:schemeClr val="lt1"/>
          </a:solidFill>
          <a:ln w="19050" cap="flat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675" y="0"/>
            <a:ext cx="7284650" cy="5143500"/>
          </a:xfrm>
          <a:prstGeom prst="rect">
            <a:avLst/>
          </a:prstGeom>
        </p:spPr>
      </p:pic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ko"/>
              <a:t>Class Diagram Overview</a:t>
            </a:r>
          </a:p>
        </p:txBody>
      </p:sp>
      <p:sp>
        <p:nvSpPr>
          <p:cNvPr id="118" name="Shape 118"/>
          <p:cNvSpPr/>
          <p:nvPr/>
        </p:nvSpPr>
        <p:spPr>
          <a:xfrm>
            <a:off x="0" y="0"/>
            <a:ext cx="9144000" cy="1243499"/>
          </a:xfrm>
          <a:prstGeom prst="rect">
            <a:avLst/>
          </a:prstGeom>
          <a:solidFill>
            <a:schemeClr val="lt1"/>
          </a:solidFill>
          <a:ln w="19050" cap="flat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pic>
        <p:nvPicPr>
          <p:cNvPr id="119" name="Shape 119"/>
          <p:cNvPicPr preferRelativeResize="0"/>
          <p:nvPr/>
        </p:nvPicPr>
        <p:blipFill rotWithShape="1">
          <a:blip r:embed="rId3">
            <a:alphaModFix/>
          </a:blip>
          <a:srcRect l="35166" t="13968" r="50398" b="52127"/>
          <a:stretch/>
        </p:blipFill>
        <p:spPr>
          <a:xfrm>
            <a:off x="1110343" y="488612"/>
            <a:ext cx="2788920" cy="3469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4"/>
          <a:srcRect l="6071" t="6366" r="71695" b="75482"/>
          <a:stretch/>
        </p:blipFill>
        <p:spPr>
          <a:xfrm>
            <a:off x="4465716" y="1113695"/>
            <a:ext cx="3848794" cy="221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363512"/>
      </p:ext>
    </p:extLst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ko"/>
              <a:t>Class Diagram Overview</a:t>
            </a:r>
          </a:p>
        </p:txBody>
      </p:sp>
      <p:sp>
        <p:nvSpPr>
          <p:cNvPr id="118" name="Shape 118"/>
          <p:cNvSpPr/>
          <p:nvPr/>
        </p:nvSpPr>
        <p:spPr>
          <a:xfrm>
            <a:off x="0" y="0"/>
            <a:ext cx="9144000" cy="1243499"/>
          </a:xfrm>
          <a:prstGeom prst="rect">
            <a:avLst/>
          </a:prstGeom>
          <a:solidFill>
            <a:schemeClr val="lt1"/>
          </a:solidFill>
          <a:ln w="19050" cap="flat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pic>
        <p:nvPicPr>
          <p:cNvPr id="119" name="Shape 119"/>
          <p:cNvPicPr preferRelativeResize="0"/>
          <p:nvPr/>
        </p:nvPicPr>
        <p:blipFill rotWithShape="1">
          <a:blip r:embed="rId3">
            <a:alphaModFix/>
          </a:blip>
          <a:srcRect l="50856" t="10921" r="32826" b="69269"/>
          <a:stretch/>
        </p:blipFill>
        <p:spPr>
          <a:xfrm>
            <a:off x="2449284" y="740578"/>
            <a:ext cx="4310744" cy="319134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92107900"/>
      </p:ext>
    </p:extLst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ko"/>
              <a:t>Class Diagram Overview</a:t>
            </a:r>
          </a:p>
        </p:txBody>
      </p:sp>
      <p:sp>
        <p:nvSpPr>
          <p:cNvPr id="118" name="Shape 118"/>
          <p:cNvSpPr/>
          <p:nvPr/>
        </p:nvSpPr>
        <p:spPr>
          <a:xfrm>
            <a:off x="0" y="0"/>
            <a:ext cx="9144000" cy="1243499"/>
          </a:xfrm>
          <a:prstGeom prst="rect">
            <a:avLst/>
          </a:prstGeom>
          <a:solidFill>
            <a:schemeClr val="lt1"/>
          </a:solidFill>
          <a:ln w="19050" cap="flat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pic>
        <p:nvPicPr>
          <p:cNvPr id="119" name="Shape 119"/>
          <p:cNvPicPr preferRelativeResize="0"/>
          <p:nvPr/>
        </p:nvPicPr>
        <p:blipFill rotWithShape="1">
          <a:blip r:embed="rId3">
            <a:alphaModFix/>
          </a:blip>
          <a:srcRect l="67712" t="27429" r="16150" b="46793"/>
          <a:stretch/>
        </p:blipFill>
        <p:spPr>
          <a:xfrm>
            <a:off x="1143000" y="1325879"/>
            <a:ext cx="2305594" cy="2619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4"/>
          <a:srcRect l="84247" t="37085" r="-295" b="44891"/>
          <a:stretch/>
        </p:blipFill>
        <p:spPr>
          <a:xfrm>
            <a:off x="4781006" y="-83414"/>
            <a:ext cx="2756263" cy="218653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4"/>
          <a:srcRect l="79675" b="82083"/>
          <a:stretch/>
        </p:blipFill>
        <p:spPr>
          <a:xfrm>
            <a:off x="4454435" y="2103120"/>
            <a:ext cx="3535370" cy="2201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187449"/>
      </p:ext>
    </p:extLst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ko"/>
              <a:t>Class Diagram Overview</a:t>
            </a:r>
          </a:p>
        </p:txBody>
      </p:sp>
      <p:sp>
        <p:nvSpPr>
          <p:cNvPr id="118" name="Shape 118"/>
          <p:cNvSpPr/>
          <p:nvPr/>
        </p:nvSpPr>
        <p:spPr>
          <a:xfrm>
            <a:off x="0" y="0"/>
            <a:ext cx="9144000" cy="1243499"/>
          </a:xfrm>
          <a:prstGeom prst="rect">
            <a:avLst/>
          </a:prstGeom>
          <a:solidFill>
            <a:schemeClr val="lt1"/>
          </a:solidFill>
          <a:ln w="19050" cap="flat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03" t="56990" r="57389"/>
          <a:stretch/>
        </p:blipFill>
        <p:spPr>
          <a:xfrm>
            <a:off x="2191966" y="316908"/>
            <a:ext cx="4195864" cy="3660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505640"/>
      </p:ext>
    </p:extLst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ko"/>
              <a:t>Class Diagram Overview</a:t>
            </a:r>
          </a:p>
        </p:txBody>
      </p:sp>
      <p:sp>
        <p:nvSpPr>
          <p:cNvPr id="118" name="Shape 118"/>
          <p:cNvSpPr/>
          <p:nvPr/>
        </p:nvSpPr>
        <p:spPr>
          <a:xfrm>
            <a:off x="0" y="0"/>
            <a:ext cx="9144000" cy="1243499"/>
          </a:xfrm>
          <a:prstGeom prst="rect">
            <a:avLst/>
          </a:prstGeom>
          <a:solidFill>
            <a:schemeClr val="lt1"/>
          </a:solidFill>
          <a:ln w="19050" cap="flat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pic>
        <p:nvPicPr>
          <p:cNvPr id="119" name="Shape 119"/>
          <p:cNvPicPr preferRelativeResize="0"/>
          <p:nvPr/>
        </p:nvPicPr>
        <p:blipFill rotWithShape="1">
          <a:blip r:embed="rId3">
            <a:alphaModFix/>
          </a:blip>
          <a:srcRect t="58540" r="55420"/>
          <a:stretch/>
        </p:blipFill>
        <p:spPr>
          <a:xfrm>
            <a:off x="1063284" y="495905"/>
            <a:ext cx="6010253" cy="35013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49393778"/>
      </p:ext>
    </p:extLst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hape 124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ko"/>
              <a:t>Buy Bookcoin</a:t>
            </a:r>
          </a:p>
        </p:txBody>
      </p:sp>
      <p:pic>
        <p:nvPicPr>
          <p:cNvPr id="125" name="Shape 1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1687" y="1143900"/>
            <a:ext cx="5980626" cy="3999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130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ko"/>
              <a:t>Add book to Cart &amp; Purchasing</a:t>
            </a:r>
          </a:p>
        </p:txBody>
      </p:sp>
      <p:pic>
        <p:nvPicPr>
          <p:cNvPr id="131" name="Shape 131"/>
          <p:cNvPicPr preferRelativeResize="0"/>
          <p:nvPr/>
        </p:nvPicPr>
        <p:blipFill rotWithShape="1">
          <a:blip r:embed="rId3">
            <a:alphaModFix/>
          </a:blip>
          <a:srcRect t="4801"/>
          <a:stretch/>
        </p:blipFill>
        <p:spPr>
          <a:xfrm>
            <a:off x="0" y="1332411"/>
            <a:ext cx="9143998" cy="38110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hape 136"/>
          <p:cNvSpPr txBox="1">
            <a:spLocks noGrp="1"/>
          </p:cNvSpPr>
          <p:nvPr>
            <p:ph type="ctrTitle"/>
          </p:nvPr>
        </p:nvSpPr>
        <p:spPr>
          <a:xfrm>
            <a:off x="685800" y="1867781"/>
            <a:ext cx="7772400" cy="16488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ko" sz="6000" b="0"/>
              <a:t>Design Patterns</a:t>
            </a:r>
          </a:p>
        </p:txBody>
      </p:sp>
      <p:sp>
        <p:nvSpPr>
          <p:cNvPr id="137" name="Shape 137"/>
          <p:cNvSpPr txBox="1">
            <a:spLocks noGrp="1"/>
          </p:cNvSpPr>
          <p:nvPr>
            <p:ph type="subTitle" idx="1"/>
          </p:nvPr>
        </p:nvSpPr>
        <p:spPr>
          <a:xfrm>
            <a:off x="685800" y="3627026"/>
            <a:ext cx="7772400" cy="7743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hape 142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ko"/>
              <a:t>State Pattern</a:t>
            </a:r>
          </a:p>
        </p:txBody>
      </p:sp>
      <p:sp>
        <p:nvSpPr>
          <p:cNvPr id="143" name="Shape 143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6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-"/>
            </a:pPr>
            <a:r>
              <a:rPr lang="ko" dirty="0"/>
              <a:t>Membership</a:t>
            </a:r>
          </a:p>
          <a:p>
            <a:pPr lvl="0" indent="457200">
              <a:spcBef>
                <a:spcPts val="0"/>
              </a:spcBef>
              <a:buNone/>
            </a:pPr>
            <a:endParaRPr dirty="0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5104" y="1510704"/>
            <a:ext cx="5758896" cy="3104590"/>
          </a:xfrm>
          <a:prstGeom prst="rect">
            <a:avLst/>
          </a:prstGeom>
        </p:spPr>
      </p:pic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Shape 149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ko"/>
              <a:t>Observer Pattern</a:t>
            </a:r>
          </a:p>
        </p:txBody>
      </p:sp>
      <p:sp>
        <p:nvSpPr>
          <p:cNvPr id="150" name="Shape 150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6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-"/>
            </a:pPr>
            <a:r>
              <a:rPr lang="ko" dirty="0" smtClean="0"/>
              <a:t>Notificatio</a:t>
            </a:r>
            <a:r>
              <a:rPr lang="en-US" altLang="ko" dirty="0" smtClean="0"/>
              <a:t>n as the </a:t>
            </a:r>
          </a:p>
          <a:p>
            <a:pPr marL="38100" lvl="0" rtl="0">
              <a:spcBef>
                <a:spcPts val="0"/>
              </a:spcBef>
              <a:buClr>
                <a:schemeClr val="dk1"/>
              </a:buClr>
              <a:buSzPct val="100000"/>
            </a:pPr>
            <a:r>
              <a:rPr lang="en-US" altLang="ko" dirty="0" smtClean="0"/>
              <a:t>    </a:t>
            </a:r>
            <a:r>
              <a:rPr lang="ko" dirty="0" smtClean="0"/>
              <a:t>Observer</a:t>
            </a:r>
            <a:endParaRPr lang="en-US" altLang="ko" dirty="0" smtClean="0"/>
          </a:p>
          <a:p>
            <a:pPr marL="38100" lvl="0" rtl="0">
              <a:spcBef>
                <a:spcPts val="0"/>
              </a:spcBef>
              <a:buClr>
                <a:schemeClr val="dk1"/>
              </a:buClr>
              <a:buSzPct val="100000"/>
            </a:pPr>
            <a:endParaRPr lang="ko" dirty="0"/>
          </a:p>
        </p:txBody>
      </p:sp>
      <p:pic>
        <p:nvPicPr>
          <p:cNvPr id="151" name="Shape 1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0288" y="1128674"/>
            <a:ext cx="4461674" cy="3868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hape 156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ko"/>
              <a:t>Singleton Pattern</a:t>
            </a:r>
          </a:p>
        </p:txBody>
      </p:sp>
      <p:sp>
        <p:nvSpPr>
          <p:cNvPr id="157" name="Shape 157"/>
          <p:cNvSpPr txBox="1">
            <a:spLocks noGrp="1"/>
          </p:cNvSpPr>
          <p:nvPr>
            <p:ph type="body" idx="1"/>
          </p:nvPr>
        </p:nvSpPr>
        <p:spPr>
          <a:xfrm>
            <a:off x="314825" y="1200150"/>
            <a:ext cx="8229600" cy="37256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rtl="0">
              <a:spcBef>
                <a:spcPts val="0"/>
              </a:spcBef>
              <a:buNone/>
            </a:pPr>
            <a:endParaRPr/>
          </a:p>
          <a:p>
            <a:pPr rtl="0">
              <a:spcBef>
                <a:spcPts val="0"/>
              </a:spcBef>
              <a:buNone/>
            </a:pPr>
            <a:endParaRPr/>
          </a:p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-"/>
            </a:pPr>
            <a:r>
              <a:rPr lang="ko"/>
              <a:t>Library Class</a:t>
            </a:r>
          </a:p>
          <a:p>
            <a:pPr rtl="0">
              <a:spcBef>
                <a:spcPts val="0"/>
              </a:spcBef>
              <a:buNone/>
            </a:pPr>
            <a:endParaRPr/>
          </a:p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-"/>
            </a:pPr>
            <a:r>
              <a:rPr lang="ko"/>
              <a:t>MemberManager Class</a:t>
            </a:r>
          </a:p>
        </p:txBody>
      </p:sp>
      <p:pic>
        <p:nvPicPr>
          <p:cNvPr id="158" name="Shape 1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2525" y="1659289"/>
            <a:ext cx="4025624" cy="3122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Strategy Pattern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 - Payment method</a:t>
            </a:r>
          </a:p>
          <a:p>
            <a:r>
              <a:rPr lang="en-US" dirty="0"/>
              <a:t> </a:t>
            </a:r>
            <a:r>
              <a:rPr lang="en-US" dirty="0" smtClean="0"/>
              <a:t>- Notification</a:t>
            </a:r>
            <a:endParaRPr lang="en-US" dirty="0"/>
          </a:p>
        </p:txBody>
      </p:sp>
      <p:pic>
        <p:nvPicPr>
          <p:cNvPr id="4" name="Shape 119"/>
          <p:cNvPicPr preferRelativeResize="0"/>
          <p:nvPr/>
        </p:nvPicPr>
        <p:blipFill rotWithShape="1">
          <a:blip r:embed="rId2">
            <a:alphaModFix/>
          </a:blip>
          <a:srcRect l="7824" t="57117" r="61107" b="9848"/>
          <a:stretch/>
        </p:blipFill>
        <p:spPr>
          <a:xfrm>
            <a:off x="4020765" y="1295718"/>
            <a:ext cx="4280171" cy="3269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55232" t="30641"/>
          <a:stretch/>
        </p:blipFill>
        <p:spPr>
          <a:xfrm>
            <a:off x="1397731" y="2240766"/>
            <a:ext cx="1997865" cy="2685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918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hape 163"/>
          <p:cNvSpPr txBox="1">
            <a:spLocks noGrp="1"/>
          </p:cNvSpPr>
          <p:nvPr>
            <p:ph type="ctrTitle"/>
          </p:nvPr>
        </p:nvSpPr>
        <p:spPr>
          <a:xfrm>
            <a:off x="685800" y="1867781"/>
            <a:ext cx="7772400" cy="16488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ko" sz="7000"/>
              <a:t>Design Principles</a:t>
            </a:r>
          </a:p>
        </p:txBody>
      </p:sp>
      <p:sp>
        <p:nvSpPr>
          <p:cNvPr id="164" name="Shape 164"/>
          <p:cNvSpPr txBox="1">
            <a:spLocks noGrp="1"/>
          </p:cNvSpPr>
          <p:nvPr>
            <p:ph type="subTitle" idx="1"/>
          </p:nvPr>
        </p:nvSpPr>
        <p:spPr>
          <a:xfrm>
            <a:off x="685800" y="3627026"/>
            <a:ext cx="7772400" cy="7743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hape 169"/>
          <p:cNvSpPr/>
          <p:nvPr/>
        </p:nvSpPr>
        <p:spPr>
          <a:xfrm>
            <a:off x="383125" y="3185375"/>
            <a:ext cx="2866199" cy="1489800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70" name="Shape 170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ko"/>
              <a:t>Open-Closed Principle (OCP)</a:t>
            </a:r>
          </a:p>
        </p:txBody>
      </p:sp>
      <p:pic>
        <p:nvPicPr>
          <p:cNvPr id="171" name="Shape 1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1850" y="1508050"/>
            <a:ext cx="5772150" cy="305752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Shape 172"/>
          <p:cNvSpPr txBox="1"/>
          <p:nvPr/>
        </p:nvSpPr>
        <p:spPr>
          <a:xfrm>
            <a:off x="574700" y="3511700"/>
            <a:ext cx="2561099" cy="950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rtl="0">
              <a:lnSpc>
                <a:spcPct val="115000"/>
              </a:lnSpc>
              <a:spcBef>
                <a:spcPts val="0"/>
              </a:spcBef>
              <a:buNone/>
            </a:pPr>
            <a:r>
              <a:rPr lang="ko" sz="1800" b="1"/>
              <a:t>Open</a:t>
            </a:r>
            <a:r>
              <a:rPr lang="ko" sz="1800"/>
              <a:t> for extension</a:t>
            </a:r>
          </a:p>
          <a:p>
            <a:pPr>
              <a:lnSpc>
                <a:spcPct val="115000"/>
              </a:lnSpc>
              <a:spcBef>
                <a:spcPts val="0"/>
              </a:spcBef>
              <a:buNone/>
            </a:pPr>
            <a:r>
              <a:rPr lang="ko" sz="1800" b="1"/>
              <a:t>Closed</a:t>
            </a:r>
            <a:r>
              <a:rPr lang="ko" sz="1800"/>
              <a:t> for modification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Shape 177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ko"/>
              <a:t>Liskov Substitution Principle (LSP)</a:t>
            </a:r>
          </a:p>
        </p:txBody>
      </p:sp>
      <p:pic>
        <p:nvPicPr>
          <p:cNvPr id="178" name="Shape 1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52750" y="1519950"/>
            <a:ext cx="6191250" cy="308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Shape 179"/>
          <p:cNvSpPr/>
          <p:nvPr/>
        </p:nvSpPr>
        <p:spPr>
          <a:xfrm>
            <a:off x="278125" y="1450950"/>
            <a:ext cx="2866199" cy="1489800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80" name="Shape 180"/>
          <p:cNvSpPr txBox="1"/>
          <p:nvPr/>
        </p:nvSpPr>
        <p:spPr>
          <a:xfrm>
            <a:off x="549900" y="1519950"/>
            <a:ext cx="2561099" cy="1420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ko" sz="1800" b="1"/>
              <a:t>Derived subclasses must be completely substitutable for their parent class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Shape 185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ko" sz="3500"/>
              <a:t>Single Responsibility Principle (SRP)</a:t>
            </a:r>
          </a:p>
        </p:txBody>
      </p:sp>
      <p:sp>
        <p:nvSpPr>
          <p:cNvPr id="186" name="Shape 186"/>
          <p:cNvSpPr/>
          <p:nvPr/>
        </p:nvSpPr>
        <p:spPr>
          <a:xfrm>
            <a:off x="457200" y="1680075"/>
            <a:ext cx="2866199" cy="1489800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87" name="Shape 187"/>
          <p:cNvSpPr txBox="1"/>
          <p:nvPr/>
        </p:nvSpPr>
        <p:spPr>
          <a:xfrm>
            <a:off x="820675" y="1861350"/>
            <a:ext cx="2561099" cy="1420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ko" sz="1800" b="1"/>
              <a:t>Object classes should have a single responsibility</a:t>
            </a:r>
          </a:p>
        </p:txBody>
      </p:sp>
      <p:pic>
        <p:nvPicPr>
          <p:cNvPr id="188" name="Shape 1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58075" y="1358950"/>
            <a:ext cx="2983350" cy="3784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Shape 19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ko"/>
              <a:t>Law of Demeter (LoD)</a:t>
            </a:r>
          </a:p>
        </p:txBody>
      </p:sp>
      <p:pic>
        <p:nvPicPr>
          <p:cNvPr id="194" name="Shape 1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198" y="1200150"/>
            <a:ext cx="3047128" cy="3725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Shape 195"/>
          <p:cNvSpPr/>
          <p:nvPr/>
        </p:nvSpPr>
        <p:spPr>
          <a:xfrm>
            <a:off x="6028675" y="63850"/>
            <a:ext cx="2383499" cy="1063499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96" name="Shape 196"/>
          <p:cNvSpPr txBox="1"/>
          <p:nvPr/>
        </p:nvSpPr>
        <p:spPr>
          <a:xfrm>
            <a:off x="6104875" y="63850"/>
            <a:ext cx="2231100" cy="10634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ko" sz="1800" b="1"/>
              <a:t>Only talk to units “closely” related to the current unit</a:t>
            </a:r>
          </a:p>
        </p:txBody>
      </p:sp>
      <p:pic>
        <p:nvPicPr>
          <p:cNvPr id="197" name="Shape 1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96200" y="1200150"/>
            <a:ext cx="5276638" cy="3725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Shape 202"/>
          <p:cNvSpPr txBox="1">
            <a:spLocks noGrp="1"/>
          </p:cNvSpPr>
          <p:nvPr>
            <p:ph type="ctrTitle"/>
          </p:nvPr>
        </p:nvSpPr>
        <p:spPr>
          <a:xfrm>
            <a:off x="685800" y="1867781"/>
            <a:ext cx="7772400" cy="16488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ko" sz="6000" b="0"/>
              <a:t>Prototype</a:t>
            </a:r>
          </a:p>
        </p:txBody>
      </p:sp>
      <p:sp>
        <p:nvSpPr>
          <p:cNvPr id="203" name="Shape 203"/>
          <p:cNvSpPr txBox="1">
            <a:spLocks noGrp="1"/>
          </p:cNvSpPr>
          <p:nvPr>
            <p:ph type="subTitle" idx="1"/>
          </p:nvPr>
        </p:nvSpPr>
        <p:spPr>
          <a:xfrm>
            <a:off x="685800" y="3627026"/>
            <a:ext cx="7772400" cy="7743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Shape 208"/>
          <p:cNvSpPr txBox="1">
            <a:spLocks noGrp="1"/>
          </p:cNvSpPr>
          <p:nvPr>
            <p:ph type="body" idx="1"/>
          </p:nvPr>
        </p:nvSpPr>
        <p:spPr>
          <a:xfrm>
            <a:off x="457200" y="4406309"/>
            <a:ext cx="8229600" cy="5195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ko" sz="2400"/>
              <a:t>Home Page</a:t>
            </a:r>
          </a:p>
        </p:txBody>
      </p:sp>
      <p:pic>
        <p:nvPicPr>
          <p:cNvPr id="209" name="Shape 20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0537" y="170250"/>
            <a:ext cx="4902922" cy="410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Shape 214"/>
          <p:cNvSpPr txBox="1">
            <a:spLocks noGrp="1"/>
          </p:cNvSpPr>
          <p:nvPr>
            <p:ph type="body" idx="1"/>
          </p:nvPr>
        </p:nvSpPr>
        <p:spPr>
          <a:xfrm>
            <a:off x="457200" y="4406309"/>
            <a:ext cx="8229600" cy="5195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ko" sz="2400"/>
              <a:t>Book Sell Page</a:t>
            </a:r>
          </a:p>
        </p:txBody>
      </p:sp>
      <p:pic>
        <p:nvPicPr>
          <p:cNvPr id="215" name="Shape 2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5701" y="393750"/>
            <a:ext cx="5792599" cy="35649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Shape 220"/>
          <p:cNvSpPr txBox="1">
            <a:spLocks noGrp="1"/>
          </p:cNvSpPr>
          <p:nvPr>
            <p:ph type="body" idx="1"/>
          </p:nvPr>
        </p:nvSpPr>
        <p:spPr>
          <a:xfrm>
            <a:off x="457200" y="4406309"/>
            <a:ext cx="8229600" cy="5195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pic>
        <p:nvPicPr>
          <p:cNvPr id="221" name="Shape 2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6187" y="183835"/>
            <a:ext cx="3151626" cy="408639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/>
          <p:nvPr/>
        </p:nvSpPr>
        <p:spPr>
          <a:xfrm>
            <a:off x="3365770" y="2503251"/>
            <a:ext cx="1595336" cy="6679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Shape 226"/>
          <p:cNvSpPr txBox="1">
            <a:spLocks noGrp="1"/>
          </p:cNvSpPr>
          <p:nvPr>
            <p:ph type="body" idx="1"/>
          </p:nvPr>
        </p:nvSpPr>
        <p:spPr>
          <a:xfrm>
            <a:off x="457200" y="4406309"/>
            <a:ext cx="8229600" cy="5195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ko" sz="2400"/>
              <a:t>Book Search Page</a:t>
            </a:r>
          </a:p>
        </p:txBody>
      </p:sp>
      <p:pic>
        <p:nvPicPr>
          <p:cNvPr id="227" name="Shape 2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1800" y="305077"/>
            <a:ext cx="7300396" cy="3791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Shape 232"/>
          <p:cNvSpPr txBox="1">
            <a:spLocks noGrp="1"/>
          </p:cNvSpPr>
          <p:nvPr>
            <p:ph type="ctrTitle"/>
          </p:nvPr>
        </p:nvSpPr>
        <p:spPr>
          <a:xfrm>
            <a:off x="685800" y="1867781"/>
            <a:ext cx="7772400" cy="16488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ko" sz="6000" b="0"/>
              <a:t>Conclusion</a:t>
            </a:r>
          </a:p>
        </p:txBody>
      </p:sp>
      <p:sp>
        <p:nvSpPr>
          <p:cNvPr id="233" name="Shape 233"/>
          <p:cNvSpPr txBox="1">
            <a:spLocks noGrp="1"/>
          </p:cNvSpPr>
          <p:nvPr>
            <p:ph type="subTitle" idx="1"/>
          </p:nvPr>
        </p:nvSpPr>
        <p:spPr>
          <a:xfrm>
            <a:off x="685800" y="3627026"/>
            <a:ext cx="7772400" cy="7743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Shape 238"/>
          <p:cNvSpPr txBox="1">
            <a:spLocks noGrp="1"/>
          </p:cNvSpPr>
          <p:nvPr>
            <p:ph type="ctrTitle"/>
          </p:nvPr>
        </p:nvSpPr>
        <p:spPr>
          <a:xfrm>
            <a:off x="685800" y="1867781"/>
            <a:ext cx="7772400" cy="16488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ko" sz="6000" b="0"/>
              <a:t>Team Work</a:t>
            </a:r>
          </a:p>
        </p:txBody>
      </p:sp>
      <p:sp>
        <p:nvSpPr>
          <p:cNvPr id="239" name="Shape 239"/>
          <p:cNvSpPr txBox="1">
            <a:spLocks noGrp="1"/>
          </p:cNvSpPr>
          <p:nvPr>
            <p:ph type="subTitle" idx="1"/>
          </p:nvPr>
        </p:nvSpPr>
        <p:spPr>
          <a:xfrm>
            <a:off x="685800" y="3627026"/>
            <a:ext cx="7772400" cy="7743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Shape 244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ko"/>
              <a:t>Challenges</a:t>
            </a:r>
          </a:p>
        </p:txBody>
      </p:sp>
      <p:sp>
        <p:nvSpPr>
          <p:cNvPr id="245" name="Shape 245"/>
          <p:cNvSpPr txBox="1">
            <a:spLocks noGrp="1"/>
          </p:cNvSpPr>
          <p:nvPr>
            <p:ph type="body" idx="1"/>
          </p:nvPr>
        </p:nvSpPr>
        <p:spPr>
          <a:xfrm>
            <a:off x="457200" y="1829175"/>
            <a:ext cx="8229600" cy="32142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lvl="0" indent="-419100" rtl="0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ko"/>
              <a:t>Change of topic/details</a:t>
            </a:r>
          </a:p>
          <a:p>
            <a:pPr lvl="0" rtl="0">
              <a:lnSpc>
                <a:spcPct val="150000"/>
              </a:lnSpc>
              <a:spcBef>
                <a:spcPts val="0"/>
              </a:spcBef>
              <a:buNone/>
            </a:pPr>
            <a:endParaRPr/>
          </a:p>
          <a:p>
            <a:pPr marL="457200" lvl="0" indent="-419100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ko"/>
              <a:t>Wrong places of operations in class diagram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Shape 250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ko" sz="6000" b="0"/>
              <a:t>Member Contributions</a:t>
            </a:r>
          </a:p>
        </p:txBody>
      </p:sp>
      <p:sp>
        <p:nvSpPr>
          <p:cNvPr id="251" name="Shape 251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6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pic>
        <p:nvPicPr>
          <p:cNvPr id="252" name="Shape 2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7000" y="2002336"/>
            <a:ext cx="9144000" cy="19162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iz">
  <a:themeElements>
    <a:clrScheme name="Custom 233">
      <a:dk1>
        <a:srgbClr val="000000"/>
      </a:dk1>
      <a:lt1>
        <a:srgbClr val="FFFFFF"/>
      </a:lt1>
      <a:dk2>
        <a:srgbClr val="2388DB"/>
      </a:dk2>
      <a:lt2>
        <a:srgbClr val="BBD7F8"/>
      </a:lt2>
      <a:accent1>
        <a:srgbClr val="80B606"/>
      </a:accent1>
      <a:accent2>
        <a:srgbClr val="E29F1D"/>
      </a:accent2>
      <a:accent3>
        <a:srgbClr val="1D6FB2"/>
      </a:accent3>
      <a:accent4>
        <a:srgbClr val="3FAC98"/>
      </a:accent4>
      <a:accent5>
        <a:srgbClr val="5B57BB"/>
      </a:accent5>
      <a:accent6>
        <a:srgbClr val="D1505E"/>
      </a:accent6>
      <a:hlink>
        <a:srgbClr val="185DA2"/>
      </a:hlink>
      <a:folHlink>
        <a:srgbClr val="00487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321</Words>
  <Application>Microsoft Office PowerPoint</Application>
  <PresentationFormat>On-screen Show (16:9)</PresentationFormat>
  <Paragraphs>72</Paragraphs>
  <Slides>39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biz</vt:lpstr>
      <vt:lpstr>CS3402 Software Design Group Project Book Trading System</vt:lpstr>
      <vt:lpstr>Members</vt:lpstr>
      <vt:lpstr>Why do we need this project?</vt:lpstr>
      <vt:lpstr>What is a Book Trading System?</vt:lpstr>
      <vt:lpstr>Objectives</vt:lpstr>
      <vt:lpstr>Use-Case Diagram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Class Diagram &amp; Sequence Diagrams</vt:lpstr>
      <vt:lpstr>Class Diagram Overview</vt:lpstr>
      <vt:lpstr>Class Diagram Overview</vt:lpstr>
      <vt:lpstr>Class Diagram Overview</vt:lpstr>
      <vt:lpstr>Class Diagram Overview</vt:lpstr>
      <vt:lpstr>Class Diagram Overview</vt:lpstr>
      <vt:lpstr>Class Diagram Overview</vt:lpstr>
      <vt:lpstr>Buy Bookcoin</vt:lpstr>
      <vt:lpstr>Add book to Cart &amp; Purchasing</vt:lpstr>
      <vt:lpstr>Design Patterns</vt:lpstr>
      <vt:lpstr>State Pattern</vt:lpstr>
      <vt:lpstr>Observer Pattern</vt:lpstr>
      <vt:lpstr>Singleton Pattern</vt:lpstr>
      <vt:lpstr>Strategy Pattern</vt:lpstr>
      <vt:lpstr>Design Principles</vt:lpstr>
      <vt:lpstr>Open-Closed Principle (OCP)</vt:lpstr>
      <vt:lpstr>Liskov Substitution Principle (LSP)</vt:lpstr>
      <vt:lpstr>Single Responsibility Principle (SRP)</vt:lpstr>
      <vt:lpstr>Law of Demeter (LoD)</vt:lpstr>
      <vt:lpstr>Prototype</vt:lpstr>
      <vt:lpstr>PowerPoint Presentation</vt:lpstr>
      <vt:lpstr>PowerPoint Presentation</vt:lpstr>
      <vt:lpstr>PowerPoint Presentation</vt:lpstr>
      <vt:lpstr>PowerPoint Presentation</vt:lpstr>
      <vt:lpstr>Conclusion</vt:lpstr>
      <vt:lpstr>Team Work</vt:lpstr>
      <vt:lpstr>Challenges</vt:lpstr>
      <vt:lpstr>Member Contributions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CS3402 Software Design Group Project Book Trading System</dc:title>
  <dc:creator>user</dc:creator>
  <cp:lastModifiedBy>WONG Nok Ching</cp:lastModifiedBy>
  <cp:revision>9</cp:revision>
  <dcterms:modified xsi:type="dcterms:W3CDTF">2015-05-01T10:01:54Z</dcterms:modified>
</cp:coreProperties>
</file>